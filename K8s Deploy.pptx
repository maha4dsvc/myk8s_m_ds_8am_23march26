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fadd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8fadd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8fadd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8fadd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8fadde9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8fadde9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11afbe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11afbe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8fadde9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8fadde9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f11afbe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f11afbe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f11afbe9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f11afbe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f11afbe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f11afbe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11afbe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f11afbe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f11afbe9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f11afbe9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11afbe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f11afbe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48d64b8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48d64b8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48d64b8a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48d64b8a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48d64b8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48d64b8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48d64b8a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48d64b8a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648d64b8a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648d64b8a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kubernetes.io/docs/tasks/run-application/horizontal-pod-autoscale-walkthrough/" TargetMode="External"/><Relationship Id="rId4" Type="http://schemas.openxmlformats.org/officeDocument/2006/relationships/hyperlink" Target="http://myjavaapp-deploy.default.svc.cluster.loc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" y="104775"/>
            <a:ext cx="912495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033"/>
            <a:ext cx="9144000" cy="4983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" y="100013"/>
            <a:ext cx="8705850" cy="47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25" y="576488"/>
            <a:ext cx="701040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970"/>
            <a:ext cx="9144001" cy="4853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3471"/>
            <a:ext cx="9144000" cy="457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970"/>
            <a:ext cx="9143999" cy="4735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948"/>
            <a:ext cx="9144000" cy="484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0" y="0"/>
            <a:ext cx="9195600" cy="50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CREATING DEPLOYMENT</a:t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Create deploy.yml with following content</a:t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apiVersion: extensions/v1beta1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kind: Deployment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metadata: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name: jenkins-deploy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replicas: 2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minReadySeconds: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strategy: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type: RollingUpdate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rollingUpdate: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maxUnavailable: 1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maxSurge: 1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template: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metadata: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labels: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app: jenkins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spec: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containers: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-name: jenkins-pod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image: jenkins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ports: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-containerPort: 8080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62400" y="130500"/>
            <a:ext cx="878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CREATING DEPLOYMENT</a:t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create -f deploy.yml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describe deploy myjavaapp-deploy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get rs 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describe rs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get deploy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delete deploy/myjavaapp-deploy</a:t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 delete rs/</a:t>
            </a:r>
            <a:r>
              <a:rPr lang="en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myjavaapp-deploy-6858bf488</a:t>
            </a:r>
            <a:r>
              <a:rPr lang="en" sz="2400"/>
              <a:t>c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537500" y="705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ROLLING UPDATE TO THE DEPLOYMENT</a:t>
            </a:r>
            <a:endParaRPr b="1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apply -f deploy.yml --record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deploy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rs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`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947075" y="22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AA84F"/>
                </a:solidFill>
                <a:latin typeface="Comic Sans MS"/>
                <a:ea typeface="Comic Sans MS"/>
                <a:cs typeface="Comic Sans MS"/>
                <a:sym typeface="Comic Sans MS"/>
              </a:rPr>
              <a:t>UNDO ROLLED back</a:t>
            </a:r>
            <a:endParaRPr b="1">
              <a:solidFill>
                <a:srgbClr val="6AA8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describe deploy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undo deployment myjavaapp-deploy --to-revision=1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For Updating: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428825" y="112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--record deployment.apps/myjavaapp-deploy set image deployment.v1.apps/myjavaapp-deploy myjavaapp-container=maha4iac/myjavaapp19nov25:2</a:t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myjavaapp-deploy</a:t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257975" y="0"/>
            <a:ext cx="85206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Rolling Back a Deployment:</a:t>
            </a:r>
            <a:endParaRPr sz="3000"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set image deployment.v1.apps/myjavaapp-deploy myjavaapp-container=maha4iac/myonlinebooking:2  --record=true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undo deployment myjavaapp-deploy --to-revision=1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status deployments 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kubectl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rollout history deployments myapp-deploy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53725"/>
            <a:ext cx="8520600" cy="6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Scaling a Deployment</a:t>
            </a:r>
            <a:endParaRPr sz="3000"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92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scale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myapp-deploy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--replicas=3</a:t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322300"/>
            <a:ext cx="8520600" cy="42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Pausing and Resuming a Deployment</a:t>
            </a:r>
            <a:endParaRPr sz="3600">
              <a:solidFill>
                <a:schemeClr val="dk1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pause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set resources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myjavaapp-deploy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 -c=myjavaapp-container --limits=cpu=200m,memory=512Mi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rollout resume deployment.v1.apps/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myjavaapp-deploy</a:t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03030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016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0" y="-144600"/>
            <a:ext cx="9144000" cy="5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uFill>
                  <a:noFill/>
                </a:uFill>
                <a:latin typeface="Comic Sans MS"/>
                <a:ea typeface="Comic Sans MS"/>
                <a:cs typeface="Comic Sans MS"/>
                <a:sym typeface="Comic Sans MS"/>
                <a:hlinkClick r:id="rId3"/>
              </a:rPr>
              <a:t>horizontal Pod autoscaling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autoscale deployment.v1.apps/myapp-deploy --min=2 --max=8 --cpu-percent=10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autoscale deployment myjavaapp-deploy --cpu-percent=10 --min=1 --max=10</a:t>
            </a:r>
            <a:endParaRPr sz="1050">
              <a:solidFill>
                <a:srgbClr val="666666"/>
              </a:solidFill>
              <a:highlight>
                <a:srgbClr val="F7F7F7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get hpa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describe hpa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run -i --tty load-generator --image=busybox  /bin/sh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while true: do wget -q -o </a:t>
            </a:r>
            <a:r>
              <a:rPr b="1" lang="en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4"/>
              </a:rPr>
              <a:t>http://myjavaapp-deploy.default.svc.cluster.local</a:t>
            </a: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: done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kubectl delete hpa/myjavaapp-deploy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1397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